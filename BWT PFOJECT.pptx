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60" r:id="rId1"/>
  </p:sldMasterIdLst>
  <p:notesMasterIdLst>
    <p:notesMasterId r:id="rId9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Arial Black" panose="020B0A04020102020204" pitchFamily="34" charset="0"/>
      <p:bold r:id="rId10"/>
    </p:embeddedFont>
    <p:embeddedFont>
      <p:font typeface="Felix Titling" panose="04060505060202020A04" pitchFamily="82" charset="0"/>
      <p:regular r:id="rId11"/>
    </p:embeddedFont>
    <p:embeddedFont>
      <p:font typeface="Goudy Old Style" panose="02020502050305020303" pitchFamily="18" charset="0"/>
      <p:regular r:id="rId12"/>
      <p:bold r:id="rId13"/>
      <p:italic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Inter Medium" panose="020B0604020202020204" charset="0"/>
      <p:regular r:id="rId17"/>
    </p:embeddedFont>
    <p:embeddedFont>
      <p:font typeface="Inter Semi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5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10/10/2026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79501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5245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10/10/2026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5677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160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1340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1502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5496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6109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8429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10/10/2026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806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386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013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4544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9430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70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18438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41204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108689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0372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93332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253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13980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84502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71083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5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03703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230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37" y="722282"/>
            <a:ext cx="9829505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>
          <a:xfrm>
            <a:off x="301736" y="210114"/>
            <a:ext cx="1759196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>
          <a:xfrm>
            <a:off x="7622088" y="210114"/>
            <a:ext cx="250915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11299735" y="210114"/>
            <a:ext cx="605444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01736" y="2011680"/>
            <a:ext cx="11401974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0773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6440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76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23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11355" y="1670180"/>
            <a:ext cx="7016622" cy="906205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r>
              <a:rPr lang="en-US" sz="40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PROECT SHOW CASE</a:t>
            </a:r>
            <a:endParaRPr lang="en-US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9"/>
            <a:ext cx="12191364" cy="18541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6019EA-BC4D-FD03-7934-AF4340A3F5C5}"/>
              </a:ext>
            </a:extLst>
          </p:cNvPr>
          <p:cNvSpPr txBox="1"/>
          <p:nvPr/>
        </p:nvSpPr>
        <p:spPr>
          <a:xfrm>
            <a:off x="1306286" y="3293706"/>
            <a:ext cx="96945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PRESENTED BY:</a:t>
            </a:r>
          </a:p>
          <a:p>
            <a:r>
              <a:rPr lang="en-US" sz="3200" dirty="0"/>
              <a:t>MUPPIDI RANJITH KUMAR  :   25MVCSMR422</a:t>
            </a:r>
          </a:p>
          <a:p>
            <a:r>
              <a:rPr lang="en-US" sz="3200" dirty="0"/>
              <a:t>MUDUNURI SUSHANTH      :   25MVCSMR421</a:t>
            </a:r>
          </a:p>
          <a:p>
            <a:r>
              <a:rPr lang="en-US" sz="3200" dirty="0"/>
              <a:t>BOROOJU RAMCHETHAN   :   25MVCSMR379</a:t>
            </a:r>
          </a:p>
          <a:p>
            <a:r>
              <a:rPr lang="en-US" sz="3200" dirty="0"/>
              <a:t>YANAMONI ABHIRAM          :   25MVCSMR450</a:t>
            </a:r>
            <a:endParaRPr lang="en-I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1177"/>
            <a:ext cx="5912992" cy="531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 student project showcase?</a:t>
            </a:r>
          </a:p>
          <a:p>
            <a:pPr marL="0" indent="0" algn="l">
              <a:lnSpc>
                <a:spcPct val="87000"/>
              </a:lnSpc>
              <a:buNone/>
            </a:pP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82555" y="2146040"/>
            <a:ext cx="6140022" cy="366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A platform where students present projects, prototypes,    research, and technical ideas.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It demonstrates knowledge, creativity, and practical engineering skills.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Projects can be software, hardware, research, or community problem-solving.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Students communicate through demonstrations, posters, presentations, and working models</a:t>
            </a: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36855" y="0"/>
            <a:ext cx="4754840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55" y="0"/>
            <a:ext cx="47548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88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84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VALUE OF SHOWING THE 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005171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1571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5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showcase connects classroom knowledge with the habits engineers need in practice.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79241"/>
            <a:ext cx="10269909" cy="43988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6501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84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FOUR BUILDING MODES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282785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Four ways students build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993324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5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tools, same goal: make an idea useful in the real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456855"/>
            <a:ext cx="2514537" cy="3508772"/>
          </a:xfrm>
          <a:prstGeom prst="roundRect">
            <a:avLst>
              <a:gd name="adj" fmla="val 3394"/>
            </a:avLst>
          </a:prstGeom>
          <a:solidFill>
            <a:srgbClr val="123A6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685455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336012"/>
            <a:ext cx="205734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Software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38179" y="3891875"/>
            <a:ext cx="2057349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Websites, mobile apps, AI tools, and student management systems.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8179" y="5151636"/>
            <a:ext cx="228594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Example: campus timetable app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8914" y="2456855"/>
            <a:ext cx="2514537" cy="3508772"/>
          </a:xfrm>
          <a:prstGeom prst="roundRect">
            <a:avLst>
              <a:gd name="adj" fmla="val 3394"/>
            </a:avLst>
          </a:prstGeom>
          <a:solidFill>
            <a:srgbClr val="1D7EA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09" y="2685455"/>
            <a:ext cx="507987" cy="508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509" y="3336012"/>
            <a:ext cx="205734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Hardware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657509" y="3891875"/>
            <a:ext cx="2057349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Robotics, Internet of Things (IoT) devices, sensors, and smart automation.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57509" y="5151636"/>
            <a:ext cx="205734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Example: automatic plant-watering system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48244" y="2456855"/>
            <a:ext cx="2514537" cy="3508772"/>
          </a:xfrm>
          <a:prstGeom prst="roundRect">
            <a:avLst>
              <a:gd name="adj" fmla="val 3394"/>
            </a:avLst>
          </a:prstGeom>
          <a:solidFill>
            <a:srgbClr val="123A6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2685455"/>
            <a:ext cx="507987" cy="508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6838" y="3336012"/>
            <a:ext cx="205734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Research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476838" y="3891875"/>
            <a:ext cx="2057349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Experiments, data analysis, simulations, and technical investigations.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6838" y="5151636"/>
            <a:ext cx="205734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Example: comparing sensor readings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67573" y="2456855"/>
            <a:ext cx="2514537" cy="3508772"/>
          </a:xfrm>
          <a:prstGeom prst="roundRect">
            <a:avLst>
              <a:gd name="adj" fmla="val 3394"/>
            </a:avLst>
          </a:prstGeom>
          <a:solidFill>
            <a:srgbClr val="1D7EA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167" y="2685455"/>
            <a:ext cx="507987" cy="508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6167" y="3336012"/>
            <a:ext cx="205734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Social innovation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9296167" y="4318516"/>
            <a:ext cx="2057349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Solutions for waste management, water conservation, and energy saving.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6167" y="5578277"/>
            <a:ext cx="228594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Example: bin-level alert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69502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84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BUILD LOOP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955786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problem to prototype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666325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5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projects move from a real need to a tested solution, then improve through feedback.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129855"/>
            <a:ext cx="82954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414316"/>
            <a:ext cx="1574661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571399"/>
            <a:ext cx="157476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8BE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9585" y="4042866"/>
            <a:ext cx="157476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5FB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Find a real-world problem.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89138" y="3129855"/>
            <a:ext cx="870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89138" y="3414316"/>
            <a:ext cx="1574661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2489138" y="3571399"/>
            <a:ext cx="157476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8BE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Research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89138" y="4042866"/>
            <a:ext cx="157476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5FB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 a practical solution.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68691" y="3129855"/>
            <a:ext cx="8729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68691" y="3414316"/>
            <a:ext cx="1574661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368691" y="3571399"/>
            <a:ext cx="157476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8BE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68691" y="4042866"/>
            <a:ext cx="157476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5FB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Choose tools and technologies.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48244" y="3129855"/>
            <a:ext cx="87895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8244" y="3414316"/>
            <a:ext cx="1574661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248244" y="3571399"/>
            <a:ext cx="157476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8BE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48244" y="4042866"/>
            <a:ext cx="157476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5FB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Design, develop, and test.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27797" y="3129855"/>
            <a:ext cx="8680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7797" y="3414316"/>
            <a:ext cx="1574661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8127797" y="3571399"/>
            <a:ext cx="157476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8BE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Present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127797" y="4042866"/>
            <a:ext cx="157476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5FB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Prepare the demonstration.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07350" y="3129855"/>
            <a:ext cx="87359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07350" y="3414316"/>
            <a:ext cx="1574661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10007350" y="3571399"/>
            <a:ext cx="157476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8BE9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07350" y="4042866"/>
            <a:ext cx="157476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5FB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Collect feedback and refine.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9585" y="4550866"/>
            <a:ext cx="2628834" cy="741660"/>
          </a:xfrm>
          <a:prstGeom prst="rect">
            <a:avLst/>
          </a:prstGeom>
          <a:solidFill>
            <a:srgbClr val="123A67"/>
          </a:solidFill>
          <a:ln/>
        </p:spPr>
      </p:sp>
      <p:sp>
        <p:nvSpPr>
          <p:cNvPr id="30" name="Text 28"/>
          <p:cNvSpPr/>
          <p:nvPr/>
        </p:nvSpPr>
        <p:spPr>
          <a:xfrm>
            <a:off x="609585" y="4784546"/>
            <a:ext cx="262883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Teamwork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90815" y="4550866"/>
            <a:ext cx="2628834" cy="741660"/>
          </a:xfrm>
          <a:prstGeom prst="rect">
            <a:avLst/>
          </a:prstGeom>
          <a:solidFill>
            <a:srgbClr val="1D7EA6"/>
          </a:solidFill>
          <a:ln/>
        </p:spPr>
      </p:sp>
      <p:sp>
        <p:nvSpPr>
          <p:cNvPr id="32" name="Text 30"/>
          <p:cNvSpPr/>
          <p:nvPr/>
        </p:nvSpPr>
        <p:spPr>
          <a:xfrm>
            <a:off x="3390815" y="4784546"/>
            <a:ext cx="262883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046" y="4550866"/>
            <a:ext cx="2628834" cy="741660"/>
          </a:xfrm>
          <a:prstGeom prst="rect">
            <a:avLst/>
          </a:prstGeom>
          <a:solidFill>
            <a:srgbClr val="123A67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046" y="4784546"/>
            <a:ext cx="262883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management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53276" y="4550866"/>
            <a:ext cx="2628834" cy="741660"/>
          </a:xfrm>
          <a:prstGeom prst="rect">
            <a:avLst/>
          </a:prstGeom>
          <a:solidFill>
            <a:srgbClr val="1D7EA6"/>
          </a:solidFill>
          <a:ln/>
        </p:spPr>
      </p:sp>
      <p:sp>
        <p:nvSpPr>
          <p:cNvPr id="36" name="Text 34"/>
          <p:cNvSpPr/>
          <p:nvPr/>
        </p:nvSpPr>
        <p:spPr>
          <a:xfrm>
            <a:off x="8953276" y="4784546"/>
            <a:ext cx="262883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Clear documentation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30136"/>
            <a:ext cx="525766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84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80991" y="346968"/>
            <a:ext cx="4648084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Campus</a:t>
            </a:r>
            <a:endParaRPr lang="en-US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79000"/>
              </a:lnSpc>
              <a:buNone/>
            </a:pPr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Assistant</a:t>
            </a:r>
            <a:endParaRPr lang="en-US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585" y="2600920"/>
            <a:ext cx="4648084" cy="511770"/>
          </a:xfrm>
          <a:prstGeom prst="roundRect">
            <a:avLst>
              <a:gd name="adj" fmla="val 13341"/>
            </a:avLst>
          </a:prstGeom>
          <a:solidFill>
            <a:srgbClr val="0C2240"/>
          </a:solidFill>
          <a:ln/>
        </p:spPr>
      </p:sp>
      <p:sp>
        <p:nvSpPr>
          <p:cNvPr id="5" name="Text 3"/>
          <p:cNvSpPr/>
          <p:nvPr/>
        </p:nvSpPr>
        <p:spPr>
          <a:xfrm>
            <a:off x="731422" y="2663374"/>
            <a:ext cx="4404409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F5F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HYPOTHETICAL STUDENT PROJECT — NOT VERIFIED OR COMPLETED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5" y="3296841"/>
            <a:ext cx="4648084" cy="1606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5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Problem:</a:t>
            </a:r>
            <a:r>
              <a:rPr lang="en-US" sz="1600" dirty="0">
                <a:solidFill>
                  <a:srgbClr val="F5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Students may find it difficult to access campus information from different sources.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5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Solution:</a:t>
            </a:r>
            <a:r>
              <a:rPr lang="en-US" sz="1600" dirty="0">
                <a:solidFill>
                  <a:srgbClr val="F5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mobile or web app that organizes class schedules, announcements, campus maps, and event information.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5087441"/>
            <a:ext cx="4648084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F5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Technologies:</a:t>
            </a:r>
            <a:r>
              <a:rPr lang="en-US" sz="1000" dirty="0">
                <a:solidFill>
                  <a:srgbClr val="F5FB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HTML, CSS, JavaScript, and a suitable database, depending on implementation.</a:t>
            </a:r>
            <a:endParaRPr lang="en-US" sz="1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5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improvements:</a:t>
            </a:r>
            <a:r>
              <a:rPr lang="en-US" sz="1000" dirty="0">
                <a:solidFill>
                  <a:srgbClr val="F5FB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AI-powered assistance, personalized notifications, and integration with college systems.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123A6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36" y="1103809"/>
            <a:ext cx="5410065" cy="41359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53036" y="5430242"/>
            <a:ext cx="54100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Expected benefits: easier access to information, improved organization, and convenient campus navigation.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6289" y="2422545"/>
            <a:ext cx="10972526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52695" y="3359150"/>
            <a:ext cx="109725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Student Project Showcase transforms ideas into practical learning experiences.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3810000"/>
            <a:ext cx="5410065" cy="741660"/>
          </a:xfrm>
          <a:prstGeom prst="rect">
            <a:avLst/>
          </a:prstGeom>
          <a:solidFill>
            <a:srgbClr val="123A67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043680"/>
            <a:ext cx="541006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Learn. Build. Innovate. Inspire.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046" y="3810000"/>
            <a:ext cx="5410065" cy="741660"/>
          </a:xfrm>
          <a:prstGeom prst="rect">
            <a:avLst/>
          </a:prstGeom>
          <a:solidFill>
            <a:srgbClr val="1D7EA6"/>
          </a:solidFill>
          <a:ln/>
        </p:spPr>
      </p:sp>
      <p:sp>
        <p:nvSpPr>
          <p:cNvPr id="7" name="Text 5"/>
          <p:cNvSpPr/>
          <p:nvPr/>
        </p:nvSpPr>
        <p:spPr>
          <a:xfrm>
            <a:off x="6172046" y="4043680"/>
            <a:ext cx="541006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 &amp; Answers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36</TotalTime>
  <Words>404</Words>
  <Application>Microsoft Office PowerPoint</Application>
  <PresentationFormat>Widescreen</PresentationFormat>
  <Paragraphs>74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Felix Titling</vt:lpstr>
      <vt:lpstr>Arial</vt:lpstr>
      <vt:lpstr>Arial Black</vt:lpstr>
      <vt:lpstr>Goudy Old Style</vt:lpstr>
      <vt:lpstr>Inter</vt:lpstr>
      <vt:lpstr>Inter Bold</vt:lpstr>
      <vt:lpstr>Inter SemiBold</vt:lpstr>
      <vt:lpstr>Inter Medium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Raji</dc:creator>
  <cp:lastModifiedBy>yanamoni rajasree</cp:lastModifiedBy>
  <cp:revision>2</cp:revision>
  <dcterms:created xsi:type="dcterms:W3CDTF">2026-10-10T04:27:49Z</dcterms:created>
  <dcterms:modified xsi:type="dcterms:W3CDTF">2026-10-10T05:23:41Z</dcterms:modified>
</cp:coreProperties>
</file>